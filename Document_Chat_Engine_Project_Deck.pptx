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 type="wide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_rels/slide15.xml.rels><?xml version="1.0" encoding="UTF-8" standalone="yes"?><Relationships xmlns="http://schemas.openxmlformats.org/package/2006/relationships"/>
</file>

<file path=ppt/slides/_rels/slide16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Document Chat Engine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85800" y="1066800"/>
            <a:ext cx="10820400" cy="6096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1900" b="0">
                <a:solidFill>
                  <a:srgbClr val="1F2937"/>
                </a:solidFill>
              </a:rPr>
              <a:t>Grounded document Q&amp;A system: architecture, model choices, provider setup, OCR, prompt design, retrieval, and testing</a:t>
            </a:r>
          </a:p>
        </p:txBody>
      </p:sp>
      <p:sp>
        <p:nvSpPr>
          <p:cNvPr id="4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Built for uploaded PDFs and images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Non-RAG: no embeddings or vector database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Local Qwen + Gemini + Groq provider paths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Project Goal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Let users upload documents and ask questions against their content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Keep answers grounded in the supplied files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Make the pipeline lightweight enough to run locally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Expose provider choice without changing the document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End-to-End Flow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Streamlit upload accepts PDF and image files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DocumentIngestionService parses PDF text or runs OCR for images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ContextBuilder chunks and ranks document text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PromptEngine builds provider-specific grounded prompts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ProviderLLMService routes to local, Gemini, or Groq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ChatEngineService returns the answer, warnings, context excerpt, and fallback status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Why This Is Non-RAG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No embeddings are generated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No vector store is used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No external retrieval service is required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Ranking is in-memory lexical scoring over uploaded chunks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This keeps behavior transparent for evaluators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File And Module Map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streamlit_app.py: UI, upload, provider selector, chat display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app/core/config.py: typed settings for app, context, providers, OCR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document_ingestion.py: PDF parsing and image OCR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context_builder.py: chunking, ranking, deduplication, prompt context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prompt_engine.py: Gemini/Groq prompt plus Qwen-specific prompt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llm.py: provider backends and routing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chat_engine.py: orchestration and fallbacks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Model Decision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Qwen2.5 1.5B Instruct GGUF is the final local default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TinyLlama was removed because document-Q&amp;A quality was too weak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Phi-3 Mini was removed from the UI/config to avoid a heavier, less consistent option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The final UI uses one local model instead of a one-option dropdown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Gemini and Groq remain optional hosted providers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Provider Setup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local: Qwen through llama.cpp and a local GGUF file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gemini: Gemini 2.5 Flash through GEMINI_API_KEY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groq: llama-3.3-70b-versatile through GROQ_API_KEY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Groq uses OpenAI-compatible chat completions endpoint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Fallback provider is configurable in config.yaml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Prompt Strategy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Gemini and Groq use the fuller grounded system prompt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Qwen uses a shorter local prompt because 1.5B models struggle with many competing rules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Qwen prompt says: answer from document, 1-2 sentences, exact refusal if absent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Rules explicitly block reasoning narration and repeated refusals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is_refusal detects the refusal sentence anywhere in the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Context Building Changes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Chunk size increased to keep policy paragraphs coherent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Prompt context budget increased so document content is not squeezed out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If no chunk scores lexically, top chunks are still passed to the model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Basic synonym expansion covers days off, leave, vacation, holidays, salary, policy, claim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Duplicate chunk text is removed before joining context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OCR And Image Handling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Images are opened with Pillow and processed frame by frame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Tesseract is the first OCR path in auto mode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Images are upscaled, grayscaled, and autocontrasted before OCR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Tesseract tries page segmentation modes 6 and 11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If Tesseract returns empty text and Gemini key exists, Gemini OCR fallback is used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Groq Integration Fixes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Corrected provider from Grok/xAI to Groq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Uses GROQ_API_KEY instead of XAI_API_KEY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Uses https://api.groq.com/openai/v1/chat/completions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Adds Accept and User-Agent headers to avoid edge blocking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Surfaces real HTTP error details from Groq responses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Configuration Highlights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local_llm.active_model: qwen25_15b_gguf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local_llm.max_new_tokens: 300 for complete Qwen answers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context.chunk_size_tokens: 360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context.max_prompt_context_tokens: 2600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context.max_chunks_for_answer: 5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memory_token_budget: 120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Testing Coverage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PDF parsing extracts expected content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Image parsing uses OCR and wraps OCR failures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Auto OCR falls back to Gemini when Tesseract returns empty text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Context ranking returns relevant chunks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Context builder deduplicates repeated chunk text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Prompt guardrails and Qwen prompt are tested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Provider routing and fallback behavior are tested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Important Implementation Lessons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Weak retrieval should not be a second refusal layer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Small local models need simpler prompts than Gemini/Groq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Repeated context chunks can look like model repetition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Cloud provider errors should surface actual HTTP status/body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Environment variables must be set before Streamlit starts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OCR empty output is a valid failure mode and needs fallback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Current Limitations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Lexical ranking is transparent but less semantic than embeddings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Local Qwen is CPU-friendly but weaker than hosted providers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OCR quality still depends on image quality and Tesseract installation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Gemini/Groq require valid keys and network access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The app remains intentionally non-RAG for assignment fit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85800" y="365760"/>
            <a:ext cx="10820400" cy="762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en-US" sz="3600" b="1">
                <a:solidFill>
                  <a:srgbClr val="1F2937"/>
                </a:solidFill>
              </a:rPr>
              <a:t>Final Outcome</a:t>
            </a:r>
          </a:p>
        </p:txBody>
      </p:sp>
      <p:sp>
        <p:nvSpPr>
          <p:cNvPr id="3" name="Bullets"/>
          <p:cNvSpPr txBox="1"/>
          <p:nvPr/>
        </p:nvSpPr>
        <p:spPr>
          <a:xfrm>
            <a:off x="914400" y="1905000"/>
            <a:ext cx="10363200" cy="4381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A working document chat system for PDFs and images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Clear provider abstraction: local, Gemini, Groq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Qwen selected as the focused local default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Improved OCR fallback and image preprocessing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Simplified local UI and stronger documentation</a:t>
            </a:r>
          </a:p>
          <a:p>
            <a:pPr marL="342900" indent="-171450">
              <a:buChar char="?"/>
            </a:pPr>
            <a:r>
              <a:rPr lang="en-US" sz="2200">
                <a:solidFill>
                  <a:srgbClr val="111827"/>
                </a:solidFill>
              </a:rPr>
              <a:t>Validated by pytest and compile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ocChat Theme">
  <a:themeElements>
    <a:clrScheme name="DocChat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0F766E"/>
      </a:accent1>
      <a:accent2>
        <a:srgbClr val="2563EB"/>
      </a:accent2>
      <a:accent3>
        <a:srgbClr val="7C3AED"/>
      </a:accent3>
      <a:accent4>
        <a:srgbClr val="DC2626"/>
      </a:accent4>
      <a:accent5>
        <a:srgbClr val="F59E0B"/>
      </a:accent5>
      <a:accent6>
        <a:srgbClr val="059669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Default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